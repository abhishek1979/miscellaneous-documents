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 (about 2 minutes)
1. Hook: "ls is the command you'll type hundreds of times a week. Let's master it."
2. Point at the terminal: run ls -lah live. Walk through one line left to right: file type and permissions, owner, group, size, modified date, name.
3. Cover the six flags: -l (details), -a (hidden files), -h (readable sizes), -t (newest first), -R (recursive), -S (largest first).
4. Pro tip: flags stack. ls -laht is the combo most people use daily.
5. Demo idea: have students run ls -la in their home folder and find a hidden file such as .bashrc.
6. Exercise: list the 3 largest files in /var/log using ls -lhS.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34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</a:t>
            </a:r>
            <a:pPr indent="0" marL="0">
              <a:buNone/>
            </a:pPr>
            <a:r>
              <a:rPr lang="en-US" sz="3400" b="1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List Directory Contents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first command every Linux user learns: see what is inside a folder.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480560" cy="3017520"/>
          </a:xfrm>
          <a:prstGeom prst="rect">
            <a:avLst/>
          </a:prstGeom>
          <a:solidFill>
            <a:srgbClr val="010409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4480560" cy="329184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26464"/>
            <a:ext cx="128016" cy="128016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4672" y="1426464"/>
            <a:ext cx="128016" cy="128016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426464"/>
            <a:ext cx="128016" cy="128016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71600" y="13258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dev@linux: ~/projects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1783080"/>
            <a:ext cx="41148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32K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 4 dev dev 4.0K Sep 20 10:12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drwxr-x--- 12 dev dev 4.0K Sep 20 09:48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 1 dev dev  220 Sep 18 16:30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.env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drwxr-xr-x  3 dev dev 4.0K Sep 19 11:05 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-rwxr-xr-x  1 dev dev 1.2K Sep 20 10:12 </a:t>
            </a:r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run.sh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-rw-r--r--  1 dev dev  18K Sep 17 14:22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118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+ permissions</a:t>
            </a:r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owner  |  size  |  date  |  name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212080" y="1325880"/>
            <a:ext cx="164592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49240" y="1399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-l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534924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listing with full details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995160" y="1325880"/>
            <a:ext cx="164592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132320" y="139903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-a</a:t>
            </a:r>
            <a:endParaRPr lang="en-US" sz="2200" dirty="0"/>
          </a:p>
        </p:txBody>
      </p:sp>
      <p:sp>
        <p:nvSpPr>
          <p:cNvPr id="17" name="Text 15"/>
          <p:cNvSpPr txBox="1"/>
          <p:nvPr/>
        </p:nvSpPr>
        <p:spPr>
          <a:xfrm>
            <a:off x="7132320" y="17830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hidden files (dotfiles)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2368296"/>
            <a:ext cx="164592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34924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-h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28254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Human-readable sizes: K, M, 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995160" y="2368296"/>
            <a:ext cx="164592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24414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-t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2825496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modified time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3410712"/>
            <a:ext cx="164592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49240" y="3483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-R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5349240" y="3867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Recurse into subfolders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95160" y="3410712"/>
            <a:ext cx="1645920" cy="932688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3483864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-S</a:t>
            </a:r>
            <a:endParaRPr lang="en-US" sz="2200" dirty="0"/>
          </a:p>
        </p:txBody>
      </p:sp>
      <p:sp>
        <p:nvSpPr>
          <p:cNvPr id="29" name="Text 27"/>
          <p:cNvSpPr txBox="1"/>
          <p:nvPr/>
        </p:nvSpPr>
        <p:spPr>
          <a:xfrm>
            <a:off x="7132320" y="3867912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by file size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526280"/>
            <a:ext cx="8229600" cy="384048"/>
          </a:xfrm>
          <a:prstGeom prst="rect">
            <a:avLst/>
          </a:prstGeom>
          <a:solidFill>
            <a:srgbClr val="12261A"/>
          </a:solidFill>
          <a:ln w="12700">
            <a:solidFill>
              <a:srgbClr val="1F5A32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45262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 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flags: </a:t>
            </a:r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ls -laht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long, all files, readable sizes, newest first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Linux ls Command</dc:title>
  <dc:subject>PptxGenJS Presentation</dc:subject>
  <dc:creator>PptxGenJS</dc:creator>
  <cp:lastModifiedBy>PptxGenJS</cp:lastModifiedBy>
  <cp:revision>1</cp:revision>
  <dcterms:created xsi:type="dcterms:W3CDTF">2026-09-20T02:04:05Z</dcterms:created>
  <dcterms:modified xsi:type="dcterms:W3CDTF">2026-09-20T02:04:05Z</dcterms:modified>
</cp:coreProperties>
</file>